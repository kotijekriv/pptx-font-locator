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2"/>
  </p:sldMasterIdLst>
  <p:notesMasterIdLst>
    <p:notesMasterId r:id="rId3"/>
  </p:notes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notesStyle>
    <a:lvl1pPr>
      <a:defRPr>
        <a:latin typeface="Notes Master Sans"/>
      </a:defRPr>
    </a:lvl1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text"/>
          <p:cNvSpPr/>
          <p:nvPr>
            <p:ph type="title" idx="0"/>
          </p:nvPr>
        </p:nvSpPr>
        <p:spPr/>
        <p:txBody>
          <a:bodyPr/>
          <a:lstStyle/>
          <a:p>
            <a:r>
              <a:rPr lang="en-US">
                <a:latin typeface="Notes Mono"/>
              </a:rPr>
              <a:t>Synthetic speaker note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title">
  <p:cSld name="Synthetic tit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 title"/>
          <p:cNvSpPr/>
          <p:nvPr>
            <p:ph type="title" idx="0"/>
          </p:nvPr>
        </p:nvSpPr>
        <p:spPr/>
        <p:txBody>
          <a:bodyPr/>
          <a:lstStyle/>
          <a:p>
            <a:r>
              <a:rPr lang="en-US">
                <a:latin typeface="Layout Sans"/>
              </a:rPr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2"/>
  </p:sldLayoutIdLst>
  <p:txStyles>
    <p:titleStyle>
      <a:lvl1pPr>
        <a:defRPr>
          <a:latin typeface="+mj-lt"/>
        </a:defRPr>
      </a:lvl1pPr>
    </p:titleStyle>
    <p:bodyStyle>
      <a:lvl3pPr>
        <a:buFont typeface="Master Bullet"/>
        <a:defRPr>
          <a:latin typeface="Ghost Sans"/>
        </a:defRPr>
      </a:lvl3pPr>
    </p:bodyStyle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title"/>
          <p:cNvSpPr/>
          <p:nvPr>
            <p:ph type="title" idx="0"/>
          </p:nvPr>
        </p:nvSpPr>
        <p:spPr/>
        <p:txBody>
          <a:bodyPr/>
          <a:lstStyle>
            <a:lvl2pPr>
              <a:defRPr>
                <a:latin typeface="Ghost Sans"/>
              </a:defRPr>
            </a:lvl2pPr>
            <a:lvl3pPr>
              <a:defRPr>
                <a:latin typeface="Ghost Sans"/>
              </a:defRPr>
            </a:lvl3pPr>
            <a:lvl4pPr>
              <a:defRPr>
                <a:latin typeface="Ghost Sans"/>
              </a:defRPr>
            </a:lvl4pPr>
            <a:lvl5pPr>
              <a:defRPr>
                <a:latin typeface="Ghost Sans"/>
              </a:defRPr>
            </a:lvl5pPr>
          </a:lstStyle>
          <a:p>
            <a:r>
              <a:rPr lang="en-US">
                <a:latin typeface="Visible Serif"/>
                <a:ea typeface="+mj-ea"/>
                <a:cs typeface="+mn-cs"/>
              </a:rPr>
              <a:t>Synthetic font locator example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nthetic">
  <a:themeElements>
    <a:clrScheme name="Synthetic">
      <a:dk1>
        <a:srgbClr val="243C31"/>
      </a:dk1>
      <a:lt1>
        <a:srgbClr val="FFFFFF"/>
      </a:lt1>
      <a:dk2>
        <a:srgbClr val="243C31"/>
      </a:dk2>
      <a:lt2>
        <a:srgbClr val="FFFFFF"/>
      </a:lt2>
      <a:accent1>
        <a:srgbClr val="243C31"/>
      </a:accent1>
      <a:accent2>
        <a:srgbClr val="FFFFFF"/>
      </a:accent2>
      <a:accent3>
        <a:srgbClr val="243C31"/>
      </a:accent3>
      <a:accent4>
        <a:srgbClr val="FFFFFF"/>
      </a:accent4>
      <a:accent5>
        <a:srgbClr val="243C31"/>
      </a:accent5>
      <a:accent6>
        <a:srgbClr val="FFFFFF"/>
      </a:accent6>
      <a:hlink>
        <a:srgbClr val="243C31"/>
      </a:hlink>
      <a:folHlink>
        <a:srgbClr val="FFFFFF"/>
      </a:folHlink>
    </a:clrScheme>
    <a:fontScheme name="Synthetic">
      <a:majorFont>
        <a:latin typeface="Theme Serif"/>
        <a:ea typeface=""/>
        <a:cs typeface=""/>
        <a:font script="Jpan" typeface="Yu Gothic"/>
      </a:majorFont>
      <a:minorFont>
        <a:latin typeface="Theme Sans"/>
        <a:ea typeface=""/>
        <a:cs typeface="Theme Arabic"/>
        <a:font script="Arab" typeface="Theme Arabic"/>
      </a:minorFont>
    </a:fontScheme>
    <a:fmtScheme name="Synthetic">
      <a:fillStyleLst/>
      <a:lnStyleLst/>
      <a:effectStyleLst/>
      <a:bgFillStyleLst/>
    </a:fmtScheme>
  </a:themeElements>
</a:theme>
</file>