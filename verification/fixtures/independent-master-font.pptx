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c31a1f44444f22" /><Relationship Type="http://schemas.openxmlformats.org/officeDocument/2006/relationships/extended-properties" Target="/docProps/app.xml" Id="R82babe42da4d4920" /><Relationship Type="http://schemas.openxmlformats.org/officeDocument/2006/relationships/officeDocument" Target="/ppt/presentation.xml" Id="R3d10bfb6233143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842b2fadf44d89"/>
  </p:sldMasterIdLst>
  <p:notesMasterIdLst>
    <p:notesMasterId xmlns:r="http://schemas.openxmlformats.org/officeDocument/2006/relationships" r:id="Raa1abd024bc242ed"/>
  </p:notesMasterIdLst>
  <p:sldIdLst>
    <p:sldId xmlns:r="http://schemas.openxmlformats.org/officeDocument/2006/relationships" id="256" r:id="Rb2a1483acb4045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fc60928cb5461a" /><Relationship Type="http://schemas.openxmlformats.org/officeDocument/2006/relationships/slideMaster" Target="/ppt/slideMasters/slideMaster1.xml" Id="R61842b2fadf44d89" /><Relationship Type="http://schemas.openxmlformats.org/officeDocument/2006/relationships/notesMaster" Target="/ppt/notesMasters/notesMaster1.xml" Id="Raa1abd024bc242ed" /><Relationship Type="http://schemas.openxmlformats.org/officeDocument/2006/relationships/presProps" Target="/ppt/presProps.xml" Id="Rd153786ff1f145c7" /><Relationship Type="http://schemas.openxmlformats.org/officeDocument/2006/relationships/tableStyles" Target="/ppt/tableStyles.xml" Id="R304d0f3897f34516" /><Relationship Type="http://schemas.openxmlformats.org/officeDocument/2006/relationships/slide" Target="/ppt/slides/slide1.xml" Id="Rb2a1483acb40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fb09e8bced45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5d856588e4905" /><Relationship Type="http://schemas.openxmlformats.org/officeDocument/2006/relationships/notesMaster" Target="/ppt/notesMasters/notesMaster1.xml" Id="R93d676417f2742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0a049351d4aa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f57f82c36141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85ac896cf949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bf9ca37b9b4cb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2211585b9460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da4d631bcc44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CC16CE6-CDFF-4D94-8C73-C8C4A4CDD5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B8FA47-E98C-4755-9D1B-992DFC10636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9B1443C-E6E3-4B8B-971C-DD2F64C37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D1B28E7-64B2-4C13-BCEB-7725AB035F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30FCBB3-AD19-4DA6-AE0D-EC8756105C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111B9B6-A0A1-4CB6-A4FD-3CB1F01B1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DD3EE9-EA2E-4678-B8F7-D4EC35F39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08DE55E-5D1D-4064-9C4B-1DC83B6EAC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87EB89-CBBC-45CD-92DB-C9BBB912B2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298D6F-A35E-4660-80F1-DC5A1A76200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28e2bc72f194359" /><Relationship Type="http://schemas.openxmlformats.org/officeDocument/2006/relationships/slideLayout" Target="/ppt/slideLayouts/slideLayout1.xml" Id="R412933649a6c42da" /><Relationship Type="http://schemas.openxmlformats.org/officeDocument/2006/relationships/slideLayout" Target="/ppt/slideLayouts/slideLayout2.xml" Id="R3c8527f196584fce" /><Relationship Type="http://schemas.openxmlformats.org/officeDocument/2006/relationships/slideLayout" Target="/ppt/slideLayouts/slideLayout3.xml" Id="R9095d0e2b6954355" /><Relationship Type="http://schemas.openxmlformats.org/officeDocument/2006/relationships/slideLayout" Target="/ppt/slideLayouts/slideLayout4.xml" Id="R980d3fbc9dc9460d" /><Relationship Type="http://schemas.openxmlformats.org/officeDocument/2006/relationships/slideLayout" Target="/ppt/slideLayouts/slideLayout5.xml" Id="R681db8a3aeab4c34" /><Relationship Type="http://schemas.openxmlformats.org/officeDocument/2006/relationships/slideLayout" Target="/ppt/slideLayouts/slideLayout6.xml" Id="R88f2418cf81246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2933649a6c42da"/>
    <p:sldLayoutId xmlns:r="http://schemas.openxmlformats.org/officeDocument/2006/relationships" id="2147483650" r:id="R3c8527f196584fce"/>
    <p:sldLayoutId xmlns:r="http://schemas.openxmlformats.org/officeDocument/2006/relationships" id="2147483651" r:id="R9095d0e2b6954355"/>
    <p:sldLayoutId xmlns:r="http://schemas.openxmlformats.org/officeDocument/2006/relationships" id="2147483652" r:id="R980d3fbc9dc9460d"/>
    <p:sldLayoutId xmlns:r="http://schemas.openxmlformats.org/officeDocument/2006/relationships" id="2147483653" r:id="R681db8a3aeab4c34"/>
    <p:sldLayoutId xmlns:r="http://schemas.openxmlformats.org/officeDocument/2006/relationships" id="2147483654" r:id="R88f2418cf81246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RootReview Hidden Fon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RootReview Hidden Fon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163eff4f0c4e13" /><Relationship Type="http://schemas.openxmlformats.org/officeDocument/2006/relationships/notesSlide" Target="/ppt/notesSlides/notesSlide1.xml" Id="Rfe80e8d579df45f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view title">
            <a:extLst xmlns:a="http://schemas.openxmlformats.org/drawingml/2006/main">
              <a:ext uri="{FF2B5EF4-FFF2-40B4-BE49-F238E27FC236}">
                <a16:creationId xmlns:a16="http://schemas.microsoft.com/office/drawing/2014/main" id="{809D7F63-DD58-49E0-A052-65836858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>
                <a:solidFill>
                  <a:srgbClr val="172B35"/>
                </a:solidFill>
              </a:defRPr>
            </a:defPPr>
            <a:lvl1pPr>
              <a:defRPr sz="3150">
                <a:solidFill>
                  <a:srgbClr val="172B35"/>
                </a:solidFill>
              </a:defRPr>
            </a:lvl1pPr>
            <a:lvl2pPr>
              <a:defRPr sz="3150">
                <a:solidFill>
                  <a:srgbClr val="172B35"/>
                </a:solidFill>
              </a:defRPr>
            </a:lvl2pPr>
            <a:lvl3pPr>
              <a:defRPr sz="3150">
                <a:solidFill>
                  <a:srgbClr val="172B35"/>
                </a:solidFill>
              </a:defRPr>
            </a:lvl3pPr>
            <a:lvl4pPr>
              <a:defRPr sz="3150">
                <a:solidFill>
                  <a:srgbClr val="172B35"/>
                </a:solidFill>
              </a:defRPr>
            </a:lvl4pPr>
            <a:lvl5pPr>
              <a:defRPr sz="3150">
                <a:solidFill>
                  <a:srgbClr val="172B35"/>
                </a:solidFill>
              </a:defRPr>
            </a:lvl5pPr>
            <a:lvl6pPr>
              <a:defRPr sz="3150">
                <a:solidFill>
                  <a:srgbClr val="172B35"/>
                </a:solidFill>
              </a:defRPr>
            </a:lvl6pPr>
            <a:lvl7pPr>
              <a:defRPr sz="3150">
                <a:solidFill>
                  <a:srgbClr val="172B35"/>
                </a:solidFill>
              </a:defRPr>
            </a:lvl7pPr>
            <a:lvl8pPr>
              <a:defRPr sz="3150">
                <a:solidFill>
                  <a:srgbClr val="172B35"/>
                </a:solidFill>
              </a:defRPr>
            </a:lvl8pPr>
            <a:lvl9pPr>
              <a:defRPr sz="3150">
                <a:solidFill>
                  <a:srgbClr val="172B35"/>
                </a:solidFill>
              </a:defRPr>
            </a:lvl9pPr>
          </a:lstStyle>
          <a:p xmlns:a="http://schemas.openxmlformats.org/drawingml/2006/main">
            <a:pPr>
              <a:defRPr sz="3150">
                <a:solidFill>
                  <a:srgbClr val="172B35"/>
                </a:solidFill>
              </a:defRPr>
            </a:pPr>
            <a:r>
              <a:rPr sz="3150">
                <a:solidFill>
                  <a:srgbClr val="172B35"/>
                </a:solidFill>
              </a:rPr>
              <a:t>Font location review</a:t>
            </a:r>
          </a:p>
        </p:txBody>
      </p:sp>
      <p:sp>
        <p:nvSpPr>
          <p:cNvPr id="2" name="Review body">
            <a:extLst xmlns:a="http://schemas.openxmlformats.org/drawingml/2006/main">
              <a:ext uri="{FF2B5EF4-FFF2-40B4-BE49-F238E27FC236}">
                <a16:creationId xmlns:a16="http://schemas.microsoft.com/office/drawing/2014/main" id="{7E69FB7E-BB75-46DA-B2F6-DD01778A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>
                <a:solidFill>
                  <a:srgbClr val="172B35"/>
                </a:solidFill>
              </a:defRPr>
            </a:defPPr>
            <a:lvl1pPr>
              <a:defRPr sz="1800">
                <a:solidFill>
                  <a:srgbClr val="172B35"/>
                </a:solidFill>
              </a:defRPr>
            </a:lvl1pPr>
            <a:lvl2pPr>
              <a:defRPr sz="1800">
                <a:solidFill>
                  <a:srgbClr val="172B35"/>
                </a:solidFill>
              </a:defRPr>
            </a:lvl2pPr>
            <a:lvl3pPr>
              <a:defRPr sz="1800">
                <a:solidFill>
                  <a:srgbClr val="172B35"/>
                </a:solidFill>
              </a:defRPr>
            </a:lvl3pPr>
            <a:lvl4pPr>
              <a:defRPr sz="1800">
                <a:solidFill>
                  <a:srgbClr val="172B35"/>
                </a:solidFill>
              </a:defRPr>
            </a:lvl4pPr>
            <a:lvl5pPr>
              <a:defRPr sz="1800">
                <a:solidFill>
                  <a:srgbClr val="172B35"/>
                </a:solidFill>
              </a:defRPr>
            </a:lvl5pPr>
            <a:lvl6pPr>
              <a:defRPr sz="1800">
                <a:solidFill>
                  <a:srgbClr val="172B35"/>
                </a:solidFill>
              </a:defRPr>
            </a:lvl6pPr>
            <a:lvl7pPr>
              <a:defRPr sz="1800">
                <a:solidFill>
                  <a:srgbClr val="172B35"/>
                </a:solidFill>
              </a:defRPr>
            </a:lvl7pPr>
            <a:lvl8pPr>
              <a:defRPr sz="1800">
                <a:solidFill>
                  <a:srgbClr val="172B35"/>
                </a:solidFill>
              </a:defRPr>
            </a:lvl8pPr>
            <a:lvl9pPr>
              <a:defRPr sz="1800">
                <a:solidFill>
                  <a:srgbClr val="172B35"/>
                </a:solidFill>
              </a:defRPr>
            </a:lvl9pPr>
          </a:lstStyle>
          <a:p xmlns:a="http://schemas.openxmlformats.org/drawingml/2006/main">
            <a:pPr>
              <a:defRPr sz="1800">
                <a:solidFill>
                  <a:srgbClr val="172B35"/>
                </a:solidFill>
              </a:defRPr>
            </a:pPr>
            <a:r>
              <a:rPr sz="1800">
                <a:solidFill>
                  <a:srgbClr val="172B35"/>
                </a:solidFill>
              </a:rPr>
              <a:t>Original synthetic presentation for parser verification</a:t>
            </a:r>
          </a:p>
        </p:txBody>
      </p:sp>
    </p:spTree>
    <p:extLst>
      <p:ext uri="{BB962C8B-B14F-4D97-AF65-F5344CB8AC3E}">
        <p14:creationId xmlns:p14="http://schemas.microsoft.com/office/powerpoint/2010/main" val="5089382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2026-10-20T17:08:08.2690000Z</dcterms:created>
  <dcterms:modified xsi:type="dcterms:W3CDTF">2026-10-20T17:08:08.2690000Z</dcterms:modified>
</coreProperties>
</file>